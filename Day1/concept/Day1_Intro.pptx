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5" r:id="rId3"/>
    <p:sldId id="303" r:id="rId4"/>
    <p:sldId id="313" r:id="rId5"/>
    <p:sldId id="315" r:id="rId6"/>
    <p:sldId id="316" r:id="rId7"/>
    <p:sldId id="317" r:id="rId8"/>
    <p:sldId id="258" r:id="rId9"/>
    <p:sldId id="318" r:id="rId10"/>
    <p:sldId id="319" r:id="rId11"/>
    <p:sldId id="312" r:id="rId12"/>
    <p:sldId id="320" r:id="rId13"/>
    <p:sldId id="321" r:id="rId14"/>
    <p:sldId id="322" r:id="rId15"/>
    <p:sldId id="323" r:id="rId16"/>
    <p:sldId id="324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D4E1E-FE12-4F33-A28C-777251AA17B6}" v="7" dt="2026-05-16T17:34:46.297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99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9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Kumar S" userId="c4e05c69-1935-4d4e-9a3a-09af90e90761" providerId="ADAL" clId="{6D69B777-F16F-497B-A537-D450B283861C}"/>
    <pc:docChg chg="undo custSel addSld delSld modSld">
      <pc:chgData name="Anil Kumar S" userId="c4e05c69-1935-4d4e-9a3a-09af90e90761" providerId="ADAL" clId="{6D69B777-F16F-497B-A537-D450B283861C}" dt="2026-05-16T17:34:54.295" v="294" actId="1038"/>
      <pc:docMkLst>
        <pc:docMk/>
      </pc:docMkLst>
      <pc:sldChg chg="modSp mod">
        <pc:chgData name="Anil Kumar S" userId="c4e05c69-1935-4d4e-9a3a-09af90e90761" providerId="ADAL" clId="{6D69B777-F16F-497B-A537-D450B283861C}" dt="2026-05-16T17:02:40.291" v="105" actId="20577"/>
        <pc:sldMkLst>
          <pc:docMk/>
          <pc:sldMk cId="0" sldId="257"/>
        </pc:sldMkLst>
        <pc:spChg chg="mod">
          <ac:chgData name="Anil Kumar S" userId="c4e05c69-1935-4d4e-9a3a-09af90e90761" providerId="ADAL" clId="{6D69B777-F16F-497B-A537-D450B283861C}" dt="2026-05-16T17:02:40.291" v="105" actId="20577"/>
          <ac:spMkLst>
            <pc:docMk/>
            <pc:sldMk cId="0" sldId="257"/>
            <ac:spMk id="4" creationId="{00000000-0000-0000-0000-000000000000}"/>
          </ac:spMkLst>
        </pc:spChg>
      </pc:sldChg>
      <pc:sldChg chg="addSp modSp mod">
        <pc:chgData name="Anil Kumar S" userId="c4e05c69-1935-4d4e-9a3a-09af90e90761" providerId="ADAL" clId="{6D69B777-F16F-497B-A537-D450B283861C}" dt="2026-05-16T17:03:07.545" v="138" actId="1076"/>
        <pc:sldMkLst>
          <pc:docMk/>
          <pc:sldMk cId="0" sldId="258"/>
        </pc:sldMkLst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2:53.211" v="135" actId="1036"/>
          <ac:spMkLst>
            <pc:docMk/>
            <pc:sldMk cId="0" sldId="258"/>
            <ac:spMk id="9" creationId="{00000000-0000-0000-0000-000000000000}"/>
          </ac:spMkLst>
        </pc:spChg>
        <pc:cxnChg chg="add">
          <ac:chgData name="Anil Kumar S" userId="c4e05c69-1935-4d4e-9a3a-09af90e90761" providerId="ADAL" clId="{6D69B777-F16F-497B-A537-D450B283861C}" dt="2026-05-16T17:03:01.067" v="136" actId="11529"/>
          <ac:cxnSpMkLst>
            <pc:docMk/>
            <pc:sldMk cId="0" sldId="258"/>
            <ac:cxnSpMk id="12" creationId="{3E0575E7-F0D4-0E7C-039C-93076832A198}"/>
          </ac:cxnSpMkLst>
        </pc:cxnChg>
        <pc:cxnChg chg="add mod">
          <ac:chgData name="Anil Kumar S" userId="c4e05c69-1935-4d4e-9a3a-09af90e90761" providerId="ADAL" clId="{6D69B777-F16F-497B-A537-D450B283861C}" dt="2026-05-16T17:03:07.545" v="138" actId="1076"/>
          <ac:cxnSpMkLst>
            <pc:docMk/>
            <pc:sldMk cId="0" sldId="258"/>
            <ac:cxnSpMk id="13" creationId="{88C8B276-CC55-05FB-6FA8-545B06C742A0}"/>
          </ac:cxnSpMkLst>
        </pc:cxnChg>
      </pc:sldChg>
      <pc:sldChg chg="modSp mod">
        <pc:chgData name="Anil Kumar S" userId="c4e05c69-1935-4d4e-9a3a-09af90e90761" providerId="ADAL" clId="{6D69B777-F16F-497B-A537-D450B283861C}" dt="2026-05-16T17:04:08.417" v="141" actId="122"/>
        <pc:sldMkLst>
          <pc:docMk/>
          <pc:sldMk cId="0" sldId="262"/>
        </pc:sldMkLst>
        <pc:graphicFrameChg chg="modGraphic">
          <ac:chgData name="Anil Kumar S" userId="c4e05c69-1935-4d4e-9a3a-09af90e90761" providerId="ADAL" clId="{6D69B777-F16F-497B-A537-D450B283861C}" dt="2026-05-16T17:04:08.417" v="141" actId="122"/>
          <ac:graphicFrameMkLst>
            <pc:docMk/>
            <pc:sldMk cId="0" sldId="262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7:04:40.834" v="188" actId="20577"/>
        <pc:sldMkLst>
          <pc:docMk/>
          <pc:sldMk cId="0" sldId="264"/>
        </pc:sldMkLst>
        <pc:spChg chg="mod">
          <ac:chgData name="Anil Kumar S" userId="c4e05c69-1935-4d4e-9a3a-09af90e90761" providerId="ADAL" clId="{6D69B777-F16F-497B-A537-D450B283861C}" dt="2026-05-16T17:04:30.490" v="172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7:04:26.719" v="164" actId="1036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Anil Kumar S" userId="c4e05c69-1935-4d4e-9a3a-09af90e90761" providerId="ADAL" clId="{6D69B777-F16F-497B-A537-D450B283861C}" dt="2026-05-16T17:04:40.834" v="188" actId="20577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3:07:26.287" v="41" actId="404"/>
        <pc:sldMkLst>
          <pc:docMk/>
          <pc:sldMk cId="0" sldId="272"/>
        </pc:sldMkLst>
        <pc:spChg chg="mod">
          <ac:chgData name="Anil Kumar S" userId="c4e05c69-1935-4d4e-9a3a-09af90e90761" providerId="ADAL" clId="{6D69B777-F16F-497B-A537-D450B283861C}" dt="2026-05-16T13:07:26.287" v="41" actId="404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3:07:32.606" v="45" actId="404"/>
        <pc:sldMkLst>
          <pc:docMk/>
          <pc:sldMk cId="0" sldId="273"/>
        </pc:sldMkLst>
        <pc:graphicFrameChg chg="modGraphic">
          <ac:chgData name="Anil Kumar S" userId="c4e05c69-1935-4d4e-9a3a-09af90e90761" providerId="ADAL" clId="{6D69B777-F16F-497B-A537-D450B283861C}" dt="2026-05-16T13:07:32.606" v="45" actId="404"/>
          <ac:graphicFrameMkLst>
            <pc:docMk/>
            <pc:sldMk cId="0" sldId="273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3:07:36.035" v="48" actId="403"/>
        <pc:sldMkLst>
          <pc:docMk/>
          <pc:sldMk cId="0" sldId="274"/>
        </pc:sldMkLst>
        <pc:spChg chg="mod">
          <ac:chgData name="Anil Kumar S" userId="c4e05c69-1935-4d4e-9a3a-09af90e90761" providerId="ADAL" clId="{6D69B777-F16F-497B-A537-D450B283861C}" dt="2026-05-16T13:07:36.035" v="48" actId="403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3:07:42.605" v="52" actId="404"/>
        <pc:sldMkLst>
          <pc:docMk/>
          <pc:sldMk cId="0" sldId="275"/>
        </pc:sldMkLst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4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5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6" creationId="{00000000-0000-0000-0000-000000000000}"/>
          </ac:spMkLst>
        </pc:spChg>
        <pc:spChg chg="mod">
          <ac:chgData name="Anil Kumar S" userId="c4e05c69-1935-4d4e-9a3a-09af90e90761" providerId="ADAL" clId="{6D69B777-F16F-497B-A537-D450B283861C}" dt="2026-05-16T13:07:42.605" v="52" actId="404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01.797" v="4" actId="403"/>
        <pc:sldMkLst>
          <pc:docMk/>
          <pc:sldMk cId="0" sldId="276"/>
        </pc:sldMkLst>
        <pc:spChg chg="mod">
          <ac:chgData name="Anil Kumar S" userId="c4e05c69-1935-4d4e-9a3a-09af90e90761" providerId="ADAL" clId="{6D69B777-F16F-497B-A537-D450B283861C}" dt="2026-05-16T11:59:01.797" v="4" actId="403"/>
          <ac:spMkLst>
            <pc:docMk/>
            <pc:sldMk cId="0" sldId="276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8:57.977" v="2" actId="403"/>
        <pc:sldMkLst>
          <pc:docMk/>
          <pc:sldMk cId="0" sldId="277"/>
        </pc:sldMkLst>
        <pc:graphicFrameChg chg="modGraphic">
          <ac:chgData name="Anil Kumar S" userId="c4e05c69-1935-4d4e-9a3a-09af90e90761" providerId="ADAL" clId="{6D69B777-F16F-497B-A537-D450B283861C}" dt="2026-05-16T11:58:57.977" v="2" actId="403"/>
          <ac:graphicFrameMkLst>
            <pc:docMk/>
            <pc:sldMk cId="0" sldId="277"/>
            <ac:graphicFrameMk id="4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08.646" v="7" actId="1036"/>
        <pc:sldMkLst>
          <pc:docMk/>
          <pc:sldMk cId="0" sldId="278"/>
        </pc:sldMkLst>
        <pc:graphicFrameChg chg="mod modGraphic">
          <ac:chgData name="Anil Kumar S" userId="c4e05c69-1935-4d4e-9a3a-09af90e90761" providerId="ADAL" clId="{6D69B777-F16F-497B-A537-D450B283861C}" dt="2026-05-16T11:59:08.646" v="7" actId="1036"/>
          <ac:graphicFrameMkLst>
            <pc:docMk/>
            <pc:sldMk cId="0" sldId="278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12.997" v="9" actId="403"/>
        <pc:sldMkLst>
          <pc:docMk/>
          <pc:sldMk cId="0" sldId="279"/>
        </pc:sldMkLst>
        <pc:graphicFrameChg chg="modGraphic">
          <ac:chgData name="Anil Kumar S" userId="c4e05c69-1935-4d4e-9a3a-09af90e90761" providerId="ADAL" clId="{6D69B777-F16F-497B-A537-D450B283861C}" dt="2026-05-16T11:59:12.997" v="9" actId="403"/>
          <ac:graphicFrameMkLst>
            <pc:docMk/>
            <pc:sldMk cId="0" sldId="279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20.476" v="12" actId="403"/>
        <pc:sldMkLst>
          <pc:docMk/>
          <pc:sldMk cId="0" sldId="280"/>
        </pc:sldMkLst>
        <pc:spChg chg="mod">
          <ac:chgData name="Anil Kumar S" userId="c4e05c69-1935-4d4e-9a3a-09af90e90761" providerId="ADAL" clId="{6D69B777-F16F-497B-A537-D450B283861C}" dt="2026-05-16T11:59:20.476" v="12" actId="403"/>
          <ac:spMkLst>
            <pc:docMk/>
            <pc:sldMk cId="0" sldId="280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23.766" v="14" actId="403"/>
        <pc:sldMkLst>
          <pc:docMk/>
          <pc:sldMk cId="0" sldId="281"/>
        </pc:sldMkLst>
        <pc:spChg chg="mod">
          <ac:chgData name="Anil Kumar S" userId="c4e05c69-1935-4d4e-9a3a-09af90e90761" providerId="ADAL" clId="{6D69B777-F16F-497B-A537-D450B283861C}" dt="2026-05-16T11:59:23.766" v="14" actId="403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35.531" v="21" actId="403"/>
        <pc:sldMkLst>
          <pc:docMk/>
          <pc:sldMk cId="0" sldId="282"/>
        </pc:sldMkLst>
        <pc:graphicFrameChg chg="modGraphic">
          <ac:chgData name="Anil Kumar S" userId="c4e05c69-1935-4d4e-9a3a-09af90e90761" providerId="ADAL" clId="{6D69B777-F16F-497B-A537-D450B283861C}" dt="2026-05-16T11:59:35.531" v="21" actId="403"/>
          <ac:graphicFrameMkLst>
            <pc:docMk/>
            <pc:sldMk cId="0" sldId="282"/>
            <ac:graphicFrameMk id="4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40.172" v="23" actId="403"/>
        <pc:sldMkLst>
          <pc:docMk/>
          <pc:sldMk cId="0" sldId="283"/>
        </pc:sldMkLst>
        <pc:graphicFrameChg chg="modGraphic">
          <ac:chgData name="Anil Kumar S" userId="c4e05c69-1935-4d4e-9a3a-09af90e90761" providerId="ADAL" clId="{6D69B777-F16F-497B-A537-D450B283861C}" dt="2026-05-16T11:59:40.172" v="23" actId="403"/>
          <ac:graphicFrameMkLst>
            <pc:docMk/>
            <pc:sldMk cId="0" sldId="283"/>
            <ac:graphicFrameMk id="5" creationId="{00000000-0000-0000-0000-000000000000}"/>
          </ac:graphicFrameMkLst>
        </pc:graphicFrameChg>
      </pc:sldChg>
      <pc:sldChg chg="modSp mod">
        <pc:chgData name="Anil Kumar S" userId="c4e05c69-1935-4d4e-9a3a-09af90e90761" providerId="ADAL" clId="{6D69B777-F16F-497B-A537-D450B283861C}" dt="2026-05-16T11:59:43.674" v="25" actId="403"/>
        <pc:sldMkLst>
          <pc:docMk/>
          <pc:sldMk cId="0" sldId="284"/>
        </pc:sldMkLst>
        <pc:spChg chg="mod">
          <ac:chgData name="Anil Kumar S" userId="c4e05c69-1935-4d4e-9a3a-09af90e90761" providerId="ADAL" clId="{6D69B777-F16F-497B-A537-D450B283861C}" dt="2026-05-16T11:59:43.674" v="25" actId="403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1:59:46.529" v="27" actId="403"/>
        <pc:sldMkLst>
          <pc:docMk/>
          <pc:sldMk cId="0" sldId="285"/>
        </pc:sldMkLst>
        <pc:spChg chg="mod">
          <ac:chgData name="Anil Kumar S" userId="c4e05c69-1935-4d4e-9a3a-09af90e90761" providerId="ADAL" clId="{6D69B777-F16F-497B-A537-D450B283861C}" dt="2026-05-16T11:59:46.529" v="27" actId="403"/>
          <ac:spMkLst>
            <pc:docMk/>
            <pc:sldMk cId="0" sldId="285"/>
            <ac:spMk id="6" creationId="{00000000-0000-0000-0000-000000000000}"/>
          </ac:spMkLst>
        </pc:spChg>
      </pc:sldChg>
      <pc:sldChg chg="modSp mod">
        <pc:chgData name="Anil Kumar S" userId="c4e05c69-1935-4d4e-9a3a-09af90e90761" providerId="ADAL" clId="{6D69B777-F16F-497B-A537-D450B283861C}" dt="2026-05-16T12:11:03.030" v="37" actId="6549"/>
        <pc:sldMkLst>
          <pc:docMk/>
          <pc:sldMk cId="0" sldId="286"/>
        </pc:sldMkLst>
        <pc:spChg chg="mod">
          <ac:chgData name="Anil Kumar S" userId="c4e05c69-1935-4d4e-9a3a-09af90e90761" providerId="ADAL" clId="{6D69B777-F16F-497B-A537-D450B283861C}" dt="2026-05-16T12:11:03.030" v="37" actId="6549"/>
          <ac:spMkLst>
            <pc:docMk/>
            <pc:sldMk cId="0" sldId="286"/>
            <ac:spMk id="2" creationId="{00000000-0000-0000-0000-000000000000}"/>
          </ac:spMkLst>
        </pc:spChg>
      </pc:sldChg>
      <pc:sldChg chg="del">
        <pc:chgData name="Anil Kumar S" userId="c4e05c69-1935-4d4e-9a3a-09af90e90761" providerId="ADAL" clId="{6D69B777-F16F-497B-A537-D450B283861C}" dt="2026-05-16T12:00:23.935" v="34" actId="47"/>
        <pc:sldMkLst>
          <pc:docMk/>
          <pc:sldMk cId="0" sldId="292"/>
        </pc:sldMkLst>
      </pc:sldChg>
      <pc:sldChg chg="modSp mod">
        <pc:chgData name="Anil Kumar S" userId="c4e05c69-1935-4d4e-9a3a-09af90e90761" providerId="ADAL" clId="{6D69B777-F16F-497B-A537-D450B283861C}" dt="2026-05-16T12:00:16.809" v="33" actId="404"/>
        <pc:sldMkLst>
          <pc:docMk/>
          <pc:sldMk cId="0" sldId="293"/>
        </pc:sldMkLst>
        <pc:spChg chg="mod">
          <ac:chgData name="Anil Kumar S" userId="c4e05c69-1935-4d4e-9a3a-09af90e90761" providerId="ADAL" clId="{6D69B777-F16F-497B-A537-D450B283861C}" dt="2026-05-16T12:00:16.809" v="33" actId="404"/>
          <ac:spMkLst>
            <pc:docMk/>
            <pc:sldMk cId="0" sldId="293"/>
            <ac:spMk id="4" creationId="{00000000-0000-0000-0000-000000000000}"/>
          </ac:spMkLst>
        </pc:spChg>
      </pc:sldChg>
      <pc:sldChg chg="del">
        <pc:chgData name="Anil Kumar S" userId="c4e05c69-1935-4d4e-9a3a-09af90e90761" providerId="ADAL" clId="{6D69B777-F16F-497B-A537-D450B283861C}" dt="2026-05-16T12:00:10.361" v="29" actId="47"/>
        <pc:sldMkLst>
          <pc:docMk/>
          <pc:sldMk cId="0" sldId="294"/>
        </pc:sldMkLst>
      </pc:sldChg>
      <pc:sldChg chg="addSp delSp modSp add mod">
        <pc:chgData name="Anil Kumar S" userId="c4e05c69-1935-4d4e-9a3a-09af90e90761" providerId="ADAL" clId="{6D69B777-F16F-497B-A537-D450B283861C}" dt="2026-05-16T17:34:54.295" v="294" actId="1038"/>
        <pc:sldMkLst>
          <pc:docMk/>
          <pc:sldMk cId="917337155" sldId="294"/>
        </pc:sldMkLst>
        <pc:spChg chg="mod">
          <ac:chgData name="Anil Kumar S" userId="c4e05c69-1935-4d4e-9a3a-09af90e90761" providerId="ADAL" clId="{6D69B777-F16F-497B-A537-D450B283861C}" dt="2026-05-16T17:32:29.155" v="247" actId="1076"/>
          <ac:spMkLst>
            <pc:docMk/>
            <pc:sldMk cId="917337155" sldId="294"/>
            <ac:spMk id="2" creationId="{15F5AD5B-9D70-FE6A-A01B-B894A2E5C9EE}"/>
          </ac:spMkLst>
        </pc:spChg>
        <pc:spChg chg="add mod">
          <ac:chgData name="Anil Kumar S" userId="c4e05c69-1935-4d4e-9a3a-09af90e90761" providerId="ADAL" clId="{6D69B777-F16F-497B-A537-D450B283861C}" dt="2026-05-16T17:32:43.209" v="251" actId="207"/>
          <ac:spMkLst>
            <pc:docMk/>
            <pc:sldMk cId="917337155" sldId="294"/>
            <ac:spMk id="7" creationId="{D2A5B3FB-0AA4-23F9-DA20-6DEA9E116084}"/>
          </ac:spMkLst>
        </pc:spChg>
        <pc:graphicFrameChg chg="del">
          <ac:chgData name="Anil Kumar S" userId="c4e05c69-1935-4d4e-9a3a-09af90e90761" providerId="ADAL" clId="{6D69B777-F16F-497B-A537-D450B283861C}" dt="2026-05-16T17:31:06.298" v="190" actId="478"/>
          <ac:graphicFrameMkLst>
            <pc:docMk/>
            <pc:sldMk cId="917337155" sldId="294"/>
            <ac:graphicFrameMk id="4" creationId="{F4EDA514-FA26-F526-185C-8A00037095C6}"/>
          </ac:graphicFrameMkLst>
        </pc:graphicFrameChg>
        <pc:graphicFrameChg chg="add mod modGraphic">
          <ac:chgData name="Anil Kumar S" userId="c4e05c69-1935-4d4e-9a3a-09af90e90761" providerId="ADAL" clId="{6D69B777-F16F-497B-A537-D450B283861C}" dt="2026-05-16T17:34:54.295" v="294" actId="1038"/>
          <ac:graphicFrameMkLst>
            <pc:docMk/>
            <pc:sldMk cId="917337155" sldId="294"/>
            <ac:graphicFrameMk id="5" creationId="{407ACE07-D88A-C2FF-5474-433AA8A6FD12}"/>
          </ac:graphicFrameMkLst>
        </pc:graphicFrameChg>
      </pc:sldChg>
      <pc:sldChg chg="del">
        <pc:chgData name="Anil Kumar S" userId="c4e05c69-1935-4d4e-9a3a-09af90e90761" providerId="ADAL" clId="{6D69B777-F16F-497B-A537-D450B283861C}" dt="2026-05-16T12:00:00.117" v="28" actId="47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F2AF0-82EF-43B0-871D-2BFECA59692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8F71C-938C-44FA-B037-81E225E19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7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92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510" y="2306063"/>
            <a:ext cx="114574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800" b="1" i="0" dirty="0">
                <a:solidFill>
                  <a:srgbClr val="FFFFFF"/>
                </a:solidFill>
                <a:latin typeface="Aptos Narrow"/>
              </a:rPr>
              <a:t>Generative AI, </a:t>
            </a:r>
          </a:p>
          <a:p>
            <a:pPr algn="ctr"/>
            <a:r>
              <a:rPr lang="it-IT" sz="4800" b="1" i="0" dirty="0">
                <a:solidFill>
                  <a:srgbClr val="FFFFFF"/>
                </a:solidFill>
                <a:latin typeface="Aptos Narrow"/>
              </a:rPr>
              <a:t>LangChain / LangGraph &amp;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696" y="4347210"/>
            <a:ext cx="1145743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 dirty="0">
                <a:solidFill>
                  <a:srgbClr val="FEE600"/>
                </a:solidFill>
                <a:latin typeface="Aptos Narrow"/>
              </a:rPr>
              <a:t>20 Jul to 22 Jul 2026</a:t>
            </a:r>
            <a:endParaRPr lang="en-IN" sz="3600" b="0" i="0" dirty="0">
              <a:solidFill>
                <a:srgbClr val="FEE600"/>
              </a:solidFill>
              <a:latin typeface="Aptos Narrow"/>
            </a:endParaRPr>
          </a:p>
          <a:p>
            <a:pPr algn="ctr"/>
            <a:endParaRPr lang="en-IN" sz="2800" dirty="0">
              <a:solidFill>
                <a:srgbClr val="00D4AA"/>
              </a:solidFill>
              <a:latin typeface="Aptos Narrow"/>
            </a:endParaRPr>
          </a:p>
          <a:p>
            <a:pPr algn="ctr"/>
            <a:r>
              <a:rPr lang="en-IN" sz="4000" dirty="0">
                <a:solidFill>
                  <a:srgbClr val="FEE600"/>
                </a:solidFill>
                <a:latin typeface="Aptos Narrow"/>
              </a:rPr>
              <a:t>Trainer : Anil Kumar S</a:t>
            </a:r>
            <a:endParaRPr sz="4000" b="0" i="0" dirty="0">
              <a:solidFill>
                <a:srgbClr val="FEE600"/>
              </a:solidFill>
              <a:latin typeface="Aptos Narr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0" y="5147875"/>
            <a:ext cx="57881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5" name="Picture 4" descr="EY | Temenos Partner">
            <a:extLst>
              <a:ext uri="{FF2B5EF4-FFF2-40B4-BE49-F238E27FC236}">
                <a16:creationId xmlns:a16="http://schemas.microsoft.com/office/drawing/2014/main" id="{CFB46A6A-1952-4DD6-2512-30117925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22" b="34630"/>
          <a:stretch>
            <a:fillRect/>
          </a:stretch>
        </p:blipFill>
        <p:spPr>
          <a:xfrm>
            <a:off x="4276725" y="470473"/>
            <a:ext cx="3352800" cy="12790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948" y="-26532"/>
            <a:ext cx="4286250" cy="685621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/>
          <p:nvPr/>
        </p:nvSpPr>
        <p:spPr>
          <a:xfrm>
            <a:off x="239413" y="2091521"/>
            <a:ext cx="3565231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99" b="1" dirty="0">
                <a:solidFill>
                  <a:srgbClr val="00B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ANIL KUMAR S</a:t>
            </a:r>
            <a:endParaRPr lang="en-US" sz="2399" dirty="0">
              <a:solidFill>
                <a:srgbClr val="00B0F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78998" y="2979721"/>
            <a:ext cx="3881343" cy="685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i="1" dirty="0">
                <a:solidFill>
                  <a:srgbClr val="FFF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Ex-Associate Director, Kyndryl/IBM  </a:t>
            </a:r>
          </a:p>
          <a:p>
            <a:pPr algn="ctr"/>
            <a:endParaRPr lang="en-US" sz="1200" b="1" i="1" dirty="0">
              <a:solidFill>
                <a:srgbClr val="FFF4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000" i="1" dirty="0">
                <a:solidFill>
                  <a:srgbClr val="FFF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 –</a:t>
            </a:r>
          </a:p>
          <a:p>
            <a:pPr algn="ctr"/>
            <a:r>
              <a:rPr lang="en-US" sz="2000" i="1" dirty="0">
                <a:solidFill>
                  <a:srgbClr val="FFF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FinOps, Multi Cloud, Data &amp; Gen AI </a:t>
            </a:r>
          </a:p>
          <a:p>
            <a:pPr algn="ctr"/>
            <a:r>
              <a:rPr lang="en-US" sz="2000" i="1" dirty="0">
                <a:solidFill>
                  <a:srgbClr val="FFF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TEDx Speaker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83" y="4158882"/>
            <a:ext cx="521072" cy="5210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79393" y="202607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6" b="1" kern="0" spc="4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2666" dirty="0"/>
          </a:p>
        </p:txBody>
      </p:sp>
      <p:sp>
        <p:nvSpPr>
          <p:cNvPr id="15" name="Shape 10"/>
          <p:cNvSpPr/>
          <p:nvPr/>
        </p:nvSpPr>
        <p:spPr>
          <a:xfrm>
            <a:off x="4479393" y="665406"/>
            <a:ext cx="1406230" cy="106919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6" name="Text 11"/>
          <p:cNvSpPr/>
          <p:nvPr/>
        </p:nvSpPr>
        <p:spPr>
          <a:xfrm>
            <a:off x="4562860" y="834269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562860" y="1199934"/>
            <a:ext cx="274249" cy="27425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18" name="Text 13"/>
          <p:cNvSpPr/>
          <p:nvPr/>
        </p:nvSpPr>
        <p:spPr>
          <a:xfrm>
            <a:off x="4334260" y="1291351"/>
            <a:ext cx="7605017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25+ YEARS OF EXPERIENCE IN GLOBAL MNC IN Solutioning, Designing, Architecting, Implementing and Maintaining IT Systems on Multi Cloud, Data &amp; Gen AI. 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Aptos Narrow" panose="020B0004020202020204" pitchFamily="34" charset="0"/>
              </a:rPr>
              <a:t>5000+ HOURS OF TRAINING EXPERIENCE</a:t>
            </a:r>
          </a:p>
          <a:p>
            <a:pPr>
              <a:spcAft>
                <a:spcPts val="400"/>
              </a:spcAft>
            </a:pPr>
            <a:endParaRPr lang="en-US" sz="1700" dirty="0">
              <a:latin typeface="Aptos Narrow" panose="020B00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562860" y="2233474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TEACHING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562860" y="2629289"/>
            <a:ext cx="274249" cy="27425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1" name="Text 16"/>
          <p:cNvSpPr/>
          <p:nvPr/>
        </p:nvSpPr>
        <p:spPr>
          <a:xfrm>
            <a:off x="4354303" y="2731349"/>
            <a:ext cx="7595492" cy="15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Mentor &amp; Instructor @ GREAT LEARNING - PG Program in Cloud Computing &amp; DevOps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Designed &amp; Delivering Cloud and DevOps with Gen AI Training Program Certified by IITM P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Professor of Practice </a:t>
            </a: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- VIT Vellore, </a:t>
            </a:r>
            <a:r>
              <a:rPr lang="en-US" sz="1700" dirty="0" err="1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Veltech</a:t>
            </a: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 Chennai &amp; GRT Institute of Engineering &amp; Technology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Evaluator and Jury Member - Smart India Hackathon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Corporate Trainer in Cloud, Data &amp; Gen AI</a:t>
            </a:r>
          </a:p>
        </p:txBody>
      </p:sp>
      <p:sp>
        <p:nvSpPr>
          <p:cNvPr id="22" name="Text 17"/>
          <p:cNvSpPr/>
          <p:nvPr/>
        </p:nvSpPr>
        <p:spPr>
          <a:xfrm>
            <a:off x="4515166" y="4873776"/>
            <a:ext cx="731329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200" dirty="0">
                <a:solidFill>
                  <a:srgbClr val="5B0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CERTIFICATIONS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562860" y="5221260"/>
            <a:ext cx="274249" cy="27425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4" name="Text 19"/>
          <p:cNvSpPr/>
          <p:nvPr/>
        </p:nvSpPr>
        <p:spPr>
          <a:xfrm>
            <a:off x="4389876" y="5366626"/>
            <a:ext cx="7313295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MBA &amp; EXEC ALUMNI IIM –C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Certified in AWS, Azure, Google Public cloud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PMP Certified (Project Management Professional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Finops</a:t>
            </a:r>
            <a:r>
              <a:rPr lang="en-US" sz="1700" dirty="0">
                <a:solidFill>
                  <a:srgbClr val="1A0410"/>
                </a:solidFill>
                <a:latin typeface="Aptos Narrow" panose="020B0004020202020204" pitchFamily="34" charset="0"/>
                <a:ea typeface="Calibri" pitchFamily="34" charset="-122"/>
                <a:cs typeface="Calibri" pitchFamily="34" charset="-120"/>
              </a:rPr>
              <a:t> Certified Practitioner &amp; Certified in FinOps for AI</a:t>
            </a:r>
          </a:p>
          <a:p>
            <a:pPr marL="285679" indent="-285679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1A0410"/>
              </a:solidFill>
              <a:latin typeface="Aptos Narrow" panose="020B000402020202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9524" y="6699075"/>
            <a:ext cx="12158353" cy="45708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7" name="Text 22"/>
          <p:cNvSpPr/>
          <p:nvPr/>
        </p:nvSpPr>
        <p:spPr>
          <a:xfrm>
            <a:off x="11427023" y="6582859"/>
            <a:ext cx="274249" cy="22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FFD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pSp>
        <p:nvGrpSpPr>
          <p:cNvPr id="28" name="Group 18">
            <a:extLst>
              <a:ext uri="{FF2B5EF4-FFF2-40B4-BE49-F238E27FC236}">
                <a16:creationId xmlns:a16="http://schemas.microsoft.com/office/drawing/2014/main" id="{72E00101-7257-6202-CD9C-9A037C2CC04C}"/>
              </a:ext>
            </a:extLst>
          </p:cNvPr>
          <p:cNvGrpSpPr/>
          <p:nvPr/>
        </p:nvGrpSpPr>
        <p:grpSpPr>
          <a:xfrm>
            <a:off x="1065197" y="154830"/>
            <a:ext cx="1913667" cy="1909665"/>
            <a:chOff x="0" y="0"/>
            <a:chExt cx="6350000" cy="6349975"/>
          </a:xfrm>
        </p:grpSpPr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6F5BE415-A458-443D-E83E-D1184949C534}"/>
                </a:ext>
              </a:extLst>
            </p:cNvPr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5715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0835748-2F22-B0B8-5E0F-977BFF5214FF}"/>
              </a:ext>
            </a:extLst>
          </p:cNvPr>
          <p:cNvSpPr txBox="1"/>
          <p:nvPr/>
        </p:nvSpPr>
        <p:spPr>
          <a:xfrm>
            <a:off x="833225" y="4298345"/>
            <a:ext cx="3312841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58"/>
              </a:lnSpc>
            </a:pPr>
            <a:r>
              <a:rPr lang="en-US" b="1" dirty="0">
                <a:solidFill>
                  <a:schemeClr val="bg1"/>
                </a:solidFill>
                <a:latin typeface="Mont"/>
                <a:ea typeface="Mont"/>
                <a:cs typeface="Mont"/>
                <a:sym typeface="Mont"/>
              </a:rPr>
              <a:t>linkedin.com/in/</a:t>
            </a:r>
            <a:r>
              <a:rPr lang="en-US" b="1" dirty="0" err="1">
                <a:solidFill>
                  <a:schemeClr val="bg1"/>
                </a:solidFill>
                <a:latin typeface="Mont"/>
                <a:ea typeface="Mont"/>
                <a:cs typeface="Mont"/>
                <a:sym typeface="Mont"/>
              </a:rPr>
              <a:t>askanilkumar</a:t>
            </a:r>
            <a:r>
              <a:rPr lang="en-US" b="1" dirty="0">
                <a:solidFill>
                  <a:schemeClr val="bg1"/>
                </a:solidFill>
                <a:latin typeface="Mont"/>
                <a:ea typeface="Mont"/>
                <a:cs typeface="Mont"/>
                <a:sym typeface="Mont"/>
              </a:rPr>
              <a:t>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EDB2D-477E-BA93-43D1-94A9054772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458" b="10211"/>
          <a:stretch>
            <a:fillRect/>
          </a:stretch>
        </p:blipFill>
        <p:spPr>
          <a:xfrm>
            <a:off x="765655" y="4704759"/>
            <a:ext cx="3143731" cy="187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124AC-27F4-DC23-E116-E1EDF15E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A63C0B6-E7BC-0525-022C-D78245BFCE6D}"/>
              </a:ext>
            </a:extLst>
          </p:cNvPr>
          <p:cNvSpPr/>
          <p:nvPr/>
        </p:nvSpPr>
        <p:spPr>
          <a:xfrm>
            <a:off x="1" y="3033712"/>
            <a:ext cx="12188824" cy="1647825"/>
          </a:xfrm>
          <a:prstGeom prst="ellips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https://forms.gle/zYHxwPDc5M38Q98m6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C3E56-1F2C-89A3-D1C7-C96A9DD06470}"/>
              </a:ext>
            </a:extLst>
          </p:cNvPr>
          <p:cNvSpPr txBox="1"/>
          <p:nvPr/>
        </p:nvSpPr>
        <p:spPr>
          <a:xfrm>
            <a:off x="241871" y="422910"/>
            <a:ext cx="114574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solidFill>
                  <a:srgbClr val="FFFFFF"/>
                </a:solidFill>
                <a:latin typeface="Aptos Narrow"/>
              </a:rPr>
              <a:t>KYP</a:t>
            </a:r>
            <a:endParaRPr sz="6600" b="1" i="0" dirty="0">
              <a:solidFill>
                <a:srgbClr val="FFFFFF"/>
              </a:solidFill>
              <a:latin typeface="Aptos Narrow"/>
            </a:endParaRPr>
          </a:p>
        </p:txBody>
      </p:sp>
    </p:spTree>
    <p:extLst>
      <p:ext uri="{BB962C8B-B14F-4D97-AF65-F5344CB8AC3E}">
        <p14:creationId xmlns:p14="http://schemas.microsoft.com/office/powerpoint/2010/main" val="378548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C0DDB-1FFD-5FA1-2FED-11F23BA0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836FF5-FD70-CE9B-4A37-28F64095BC14}"/>
              </a:ext>
            </a:extLst>
          </p:cNvPr>
          <p:cNvSpPr txBox="1"/>
          <p:nvPr/>
        </p:nvSpPr>
        <p:spPr>
          <a:xfrm>
            <a:off x="241871" y="422910"/>
            <a:ext cx="114574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solidFill>
                  <a:srgbClr val="FFFFFF"/>
                </a:solidFill>
                <a:latin typeface="Aptos Narrow"/>
              </a:rPr>
              <a:t>Business Problem</a:t>
            </a:r>
            <a:endParaRPr sz="6600" b="1" i="0" dirty="0">
              <a:solidFill>
                <a:srgbClr val="FFFFFF"/>
              </a:solidFill>
              <a:latin typeface="Aptos Narro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B7558-42BD-2A79-FED6-E9CBB33C1E38}"/>
              </a:ext>
            </a:extLst>
          </p:cNvPr>
          <p:cNvSpPr txBox="1"/>
          <p:nvPr/>
        </p:nvSpPr>
        <p:spPr>
          <a:xfrm>
            <a:off x="628650" y="2553385"/>
            <a:ext cx="110871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rgbClr val="FEE600"/>
                </a:solidFill>
                <a:latin typeface="Amasis MT Pro Medium" panose="02040604050005020304" pitchFamily="18" charset="0"/>
              </a:rPr>
              <a:t>Companies don't want ChatGPT/Claude users. </a:t>
            </a:r>
          </a:p>
          <a:p>
            <a:pPr algn="ctr"/>
            <a:endParaRPr lang="en-IN" sz="4000" dirty="0">
              <a:solidFill>
                <a:srgbClr val="FFC000"/>
              </a:solidFill>
              <a:latin typeface="Amasis MT Pro Medium" panose="02040604050005020304" pitchFamily="18" charset="0"/>
            </a:endParaRPr>
          </a:p>
          <a:p>
            <a:pPr algn="ctr"/>
            <a:r>
              <a:rPr lang="en-IN" sz="4000" dirty="0">
                <a:solidFill>
                  <a:srgbClr val="FEE600"/>
                </a:solidFill>
                <a:latin typeface="Amasis MT Pro Medium" panose="02040604050005020304" pitchFamily="18" charset="0"/>
              </a:rPr>
              <a:t>They want engineers who can </a:t>
            </a:r>
            <a:r>
              <a:rPr lang="en-IN" sz="4000" b="1" dirty="0">
                <a:solidFill>
                  <a:srgbClr val="FEE600"/>
                </a:solidFill>
                <a:latin typeface="Amasis MT Pro Medium" panose="02040604050005020304" pitchFamily="18" charset="0"/>
              </a:rPr>
              <a:t>BUILD</a:t>
            </a:r>
            <a:r>
              <a:rPr lang="en-IN" sz="4000" dirty="0">
                <a:solidFill>
                  <a:srgbClr val="FEE600"/>
                </a:solidFill>
                <a:latin typeface="Amasis MT Pro Medium" panose="02040604050005020304" pitchFamily="18" charset="0"/>
              </a:rPr>
              <a:t> </a:t>
            </a:r>
          </a:p>
          <a:p>
            <a:pPr algn="ctr"/>
            <a:r>
              <a:rPr lang="en-IN" sz="4000" dirty="0">
                <a:solidFill>
                  <a:srgbClr val="00B0F0"/>
                </a:solidFill>
                <a:latin typeface="Amasis MT Pro Medium" panose="02040604050005020304" pitchFamily="18" charset="0"/>
              </a:rPr>
              <a:t>Scalable</a:t>
            </a:r>
            <a:r>
              <a:rPr lang="en-IN" sz="4000" dirty="0">
                <a:solidFill>
                  <a:srgbClr val="FFC000"/>
                </a:solidFill>
                <a:latin typeface="Amasis MT Pro Medium" panose="02040604050005020304" pitchFamily="18" charset="0"/>
              </a:rPr>
              <a:t>, </a:t>
            </a:r>
            <a:r>
              <a:rPr lang="en-IN" sz="4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asis MT Pro Medium" panose="02040604050005020304" pitchFamily="18" charset="0"/>
              </a:rPr>
              <a:t>Secure</a:t>
            </a:r>
            <a:r>
              <a:rPr lang="en-IN" sz="4000" dirty="0">
                <a:solidFill>
                  <a:srgbClr val="FFC000"/>
                </a:solidFill>
                <a:latin typeface="Amasis MT Pro Medium" panose="02040604050005020304" pitchFamily="18" charset="0"/>
              </a:rPr>
              <a:t>, </a:t>
            </a:r>
            <a:r>
              <a:rPr lang="en-IN" sz="4000" dirty="0">
                <a:solidFill>
                  <a:srgbClr val="92D050"/>
                </a:solidFill>
                <a:latin typeface="Amasis MT Pro Medium" panose="02040604050005020304" pitchFamily="18" charset="0"/>
              </a:rPr>
              <a:t>Cost</a:t>
            </a:r>
            <a:r>
              <a:rPr lang="en-IN" sz="4000" dirty="0">
                <a:solidFill>
                  <a:srgbClr val="FFC000"/>
                </a:solidFill>
                <a:latin typeface="Amasis MT Pro Medium" panose="02040604050005020304" pitchFamily="18" charset="0"/>
              </a:rPr>
              <a:t> Effective AI systems.</a:t>
            </a:r>
          </a:p>
        </p:txBody>
      </p:sp>
    </p:spTree>
    <p:extLst>
      <p:ext uri="{BB962C8B-B14F-4D97-AF65-F5344CB8AC3E}">
        <p14:creationId xmlns:p14="http://schemas.microsoft.com/office/powerpoint/2010/main" val="2799926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CC920-8279-45A6-473A-3A60CD87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1DC64A-D265-6138-BD74-A2BD5E37F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4812"/>
            <a:ext cx="12188825" cy="66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65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8C1E7-DE6B-B225-2D15-8A30BE37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D9B3BB-2E65-E295-6C70-1DCAD7CF9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12"/>
            <a:ext cx="12188825" cy="66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08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2BADC-3392-4FE4-D9F9-4B660DC8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35CDFC-FE2C-DB18-4E55-148722483AD7}"/>
              </a:ext>
            </a:extLst>
          </p:cNvPr>
          <p:cNvSpPr txBox="1"/>
          <p:nvPr/>
        </p:nvSpPr>
        <p:spPr>
          <a:xfrm>
            <a:off x="381001" y="1369189"/>
            <a:ext cx="11807824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FEE600"/>
                </a:solidFill>
              </a:rPr>
              <a:t>What's different about this training ?</a:t>
            </a:r>
          </a:p>
          <a:p>
            <a:pPr>
              <a:buNone/>
            </a:pPr>
            <a:endParaRPr lang="en-IN" sz="2800" dirty="0">
              <a:solidFill>
                <a:srgbClr val="FEE6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No PPT lectures </a:t>
            </a:r>
            <a:r>
              <a:rPr lang="en-IN" sz="2800" dirty="0">
                <a:solidFill>
                  <a:schemeClr val="bg1"/>
                </a:solidFill>
              </a:rPr>
              <a:t>— every concept is a hands-on interactive HTML page you click through yourself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Concept → Lab → Concept → Lab, all day </a:t>
            </a:r>
            <a:r>
              <a:rPr lang="en-IN" sz="2800" dirty="0">
                <a:solidFill>
                  <a:schemeClr val="bg1"/>
                </a:solidFill>
              </a:rPr>
              <a:t>— theory in small bites, immediately applied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One real system gets built</a:t>
            </a:r>
            <a:r>
              <a:rPr lang="en-IN" sz="2800" dirty="0">
                <a:solidFill>
                  <a:schemeClr val="bg1"/>
                </a:solidFill>
              </a:rPr>
              <a:t>, not 12 disconnected exercises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Labs auto-grade themselves</a:t>
            </a:r>
            <a:r>
              <a:rPr lang="en-IN" sz="2800" dirty="0">
                <a:solidFill>
                  <a:schemeClr val="bg1"/>
                </a:solidFill>
              </a:rPr>
              <a:t> — push your work to GitHub, get instant pass/fail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Silver → Gold → Diamond badges</a:t>
            </a:r>
            <a:r>
              <a:rPr lang="en-IN" sz="2800" dirty="0">
                <a:solidFill>
                  <a:schemeClr val="bg1"/>
                </a:solidFill>
              </a:rPr>
              <a:t>, tracked live on your own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Module end Quiz </a:t>
            </a:r>
            <a:r>
              <a:rPr lang="en-IN" sz="2800" dirty="0">
                <a:solidFill>
                  <a:schemeClr val="bg1"/>
                </a:solidFill>
              </a:rPr>
              <a:t>on concept and code Gamified – </a:t>
            </a:r>
            <a:r>
              <a:rPr lang="en-IN" sz="2800" dirty="0" err="1">
                <a:solidFill>
                  <a:schemeClr val="bg1"/>
                </a:solidFill>
              </a:rPr>
              <a:t>AHASlides</a:t>
            </a:r>
            <a:r>
              <a:rPr lang="en-IN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Day End </a:t>
            </a:r>
            <a:r>
              <a:rPr lang="en-IN" sz="2800" dirty="0">
                <a:solidFill>
                  <a:schemeClr val="bg1"/>
                </a:solidFill>
              </a:rPr>
              <a:t>MCQ Quiz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0236B-0C9F-AF8C-2C2A-2FEAA30F06C3}"/>
              </a:ext>
            </a:extLst>
          </p:cNvPr>
          <p:cNvSpPr txBox="1"/>
          <p:nvPr/>
        </p:nvSpPr>
        <p:spPr>
          <a:xfrm>
            <a:off x="0" y="203835"/>
            <a:ext cx="114574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solidFill>
                  <a:srgbClr val="FFFFFF"/>
                </a:solidFill>
                <a:latin typeface="Aptos Narrow"/>
              </a:rPr>
              <a:t>Format</a:t>
            </a:r>
            <a:endParaRPr sz="6600" b="1" i="0" dirty="0">
              <a:solidFill>
                <a:srgbClr val="FFFFFF"/>
              </a:solidFill>
              <a:latin typeface="Aptos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6443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C7C7BE-8CB1-EC8A-5358-0C5EBCC76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62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D1349-C99E-A1AA-B7B6-EF3CB328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1B54FB-0014-9EE0-FA5B-DE72A75DE86A}"/>
              </a:ext>
            </a:extLst>
          </p:cNvPr>
          <p:cNvSpPr txBox="1"/>
          <p:nvPr/>
        </p:nvSpPr>
        <p:spPr>
          <a:xfrm>
            <a:off x="190500" y="1341596"/>
            <a:ext cx="118078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3200" dirty="0">
              <a:solidFill>
                <a:srgbClr val="FEE6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Connect to your Azure VM — login details in your email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Fork my GitHub repo — this becomes your personal workspace</a:t>
            </a:r>
          </a:p>
          <a:p>
            <a:r>
              <a:rPr lang="en-US" sz="3200" dirty="0">
                <a:solidFill>
                  <a:srgbClr val="FEE600"/>
                </a:solidFill>
              </a:rPr>
              <a:t>	</a:t>
            </a:r>
            <a:r>
              <a:rPr lang="en-US" sz="3200" i="1" dirty="0">
                <a:solidFill>
                  <a:srgbClr val="FEE600"/>
                </a:solidFill>
              </a:rPr>
              <a:t>https://github.com/Anilmidna/EY_GenAI_3D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On the VM CMD prompt: git clone → git pull — pulls down all Day 1 files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Open in VS Code in VM → sign in to GitHub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Add your OpenAI key to .env → create .</a:t>
            </a:r>
            <a:r>
              <a:rPr lang="en-US" sz="3200" dirty="0" err="1">
                <a:solidFill>
                  <a:schemeClr val="bg1"/>
                </a:solidFill>
              </a:rPr>
              <a:t>gitignore</a:t>
            </a:r>
            <a:r>
              <a:rPr lang="en-US" sz="3200" dirty="0">
                <a:solidFill>
                  <a:schemeClr val="bg1"/>
                </a:solidFill>
              </a:rPr>
              <a:t> (never commit your key)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After Every lab – git push to see your results on dashboard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30F83-AFAF-E068-43F6-FCDB25869CF6}"/>
              </a:ext>
            </a:extLst>
          </p:cNvPr>
          <p:cNvSpPr txBox="1"/>
          <p:nvPr/>
        </p:nvSpPr>
        <p:spPr>
          <a:xfrm>
            <a:off x="0" y="203835"/>
            <a:ext cx="114574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solidFill>
                  <a:srgbClr val="FFFFFF"/>
                </a:solidFill>
                <a:latin typeface="Aptos Narrow"/>
              </a:rPr>
              <a:t>First Steps</a:t>
            </a:r>
            <a:endParaRPr sz="6600" b="1" i="0" dirty="0">
              <a:solidFill>
                <a:srgbClr val="FFFFFF"/>
              </a:solidFill>
              <a:latin typeface="Aptos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34009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8DD13-2CF2-3E06-1CC6-5E4BE2A5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1B75BD-0D57-CE62-3B37-AECCA45E5A70}"/>
              </a:ext>
            </a:extLst>
          </p:cNvPr>
          <p:cNvSpPr txBox="1"/>
          <p:nvPr/>
        </p:nvSpPr>
        <p:spPr>
          <a:xfrm>
            <a:off x="190500" y="1084421"/>
            <a:ext cx="118078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3200" dirty="0">
              <a:solidFill>
                <a:srgbClr val="FEE6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Finish the lab in every module (Refer </a:t>
            </a:r>
            <a:r>
              <a:rPr lang="en-US" sz="3200" dirty="0" err="1">
                <a:solidFill>
                  <a:schemeClr val="bg1"/>
                </a:solidFill>
              </a:rPr>
              <a:t>Dayx</a:t>
            </a:r>
            <a:r>
              <a:rPr lang="en-US" sz="3200" dirty="0">
                <a:solidFill>
                  <a:schemeClr val="bg1"/>
                </a:solidFill>
              </a:rPr>
              <a:t>/labs folder)— </a:t>
            </a:r>
            <a:r>
              <a:rPr lang="en-US" sz="3200" dirty="0">
                <a:solidFill>
                  <a:srgbClr val="FEE600"/>
                </a:solidFill>
              </a:rPr>
              <a:t>Understand/write/complete the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Look for </a:t>
            </a:r>
            <a:r>
              <a:rPr lang="en-US" sz="3200" dirty="0" err="1">
                <a:solidFill>
                  <a:schemeClr val="bg1"/>
                </a:solidFill>
              </a:rPr>
              <a:t>autograder</a:t>
            </a:r>
            <a:r>
              <a:rPr lang="en-US" sz="3200" dirty="0">
                <a:solidFill>
                  <a:schemeClr val="bg1"/>
                </a:solidFill>
              </a:rPr>
              <a:t> folder - </a:t>
            </a:r>
            <a:r>
              <a:rPr lang="en-US" sz="3200" dirty="0" err="1">
                <a:solidFill>
                  <a:srgbClr val="FEE600"/>
                </a:solidFill>
              </a:rPr>
              <a:t>Dayx</a:t>
            </a:r>
            <a:r>
              <a:rPr lang="en-US" sz="3200" dirty="0">
                <a:solidFill>
                  <a:srgbClr val="FEE600"/>
                </a:solidFill>
              </a:rPr>
              <a:t>/</a:t>
            </a:r>
            <a:r>
              <a:rPr lang="en-US" sz="3200" dirty="0" err="1">
                <a:solidFill>
                  <a:srgbClr val="FEE600"/>
                </a:solidFill>
              </a:rPr>
              <a:t>autograder</a:t>
            </a:r>
            <a:endParaRPr lang="en-US" sz="3200" dirty="0">
              <a:solidFill>
                <a:srgbClr val="FEE6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Run the </a:t>
            </a:r>
            <a:r>
              <a:rPr lang="en-US" sz="3200" dirty="0" err="1">
                <a:solidFill>
                  <a:schemeClr val="bg1"/>
                </a:solidFill>
              </a:rPr>
              <a:t>autograder</a:t>
            </a:r>
            <a:r>
              <a:rPr lang="en-US" sz="3200" dirty="0">
                <a:solidFill>
                  <a:schemeClr val="bg1"/>
                </a:solidFill>
              </a:rPr>
              <a:t> script for the respective module— </a:t>
            </a:r>
            <a:r>
              <a:rPr lang="en-US" sz="3200" dirty="0">
                <a:solidFill>
                  <a:srgbClr val="FEE600"/>
                </a:solidFill>
              </a:rPr>
              <a:t>python </a:t>
            </a:r>
            <a:r>
              <a:rPr lang="en-US" sz="3200" dirty="0" err="1">
                <a:solidFill>
                  <a:srgbClr val="FEE600"/>
                </a:solidFill>
              </a:rPr>
              <a:t>autograder</a:t>
            </a:r>
            <a:r>
              <a:rPr lang="en-US" sz="3200" dirty="0">
                <a:solidFill>
                  <a:srgbClr val="FEE600"/>
                </a:solidFill>
              </a:rPr>
              <a:t>/....</a:t>
            </a:r>
            <a:r>
              <a:rPr lang="en-US" sz="3200" dirty="0" err="1">
                <a:solidFill>
                  <a:srgbClr val="FEE600"/>
                </a:solidFill>
              </a:rPr>
              <a:t>py</a:t>
            </a:r>
            <a:r>
              <a:rPr lang="en-US" sz="3200" dirty="0">
                <a:solidFill>
                  <a:srgbClr val="FEE600"/>
                </a:solidFill>
              </a:rPr>
              <a:t> (this checks your work, tells you pass/fail)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Example - D1_M1.1_LLM_Mechanics_Autograder.py for Module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On pass: it writes a submission file for you automatically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Push it — </a:t>
            </a:r>
            <a:r>
              <a:rPr lang="en-US" sz="3200" dirty="0">
                <a:solidFill>
                  <a:srgbClr val="FEE600"/>
                </a:solidFill>
              </a:rPr>
              <a:t>git add → git commit → git push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Dashboard updates automatically — </a:t>
            </a:r>
            <a:r>
              <a:rPr lang="en-US" sz="3200" dirty="0">
                <a:solidFill>
                  <a:srgbClr val="FEE600"/>
                </a:solidFill>
              </a:rPr>
              <a:t>from your GitHub</a:t>
            </a:r>
            <a:endParaRPr lang="en-IN" sz="3200" dirty="0">
              <a:solidFill>
                <a:srgbClr val="FEE6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8287B-635A-67F2-C84E-99FA6E776973}"/>
              </a:ext>
            </a:extLst>
          </p:cNvPr>
          <p:cNvSpPr txBox="1"/>
          <p:nvPr/>
        </p:nvSpPr>
        <p:spPr>
          <a:xfrm>
            <a:off x="0" y="203835"/>
            <a:ext cx="114574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solidFill>
                  <a:srgbClr val="FFFFFF"/>
                </a:solidFill>
                <a:latin typeface="Aptos Narrow"/>
              </a:rPr>
              <a:t>Next Steps (After Every Lab) </a:t>
            </a:r>
            <a:endParaRPr sz="6600" b="1" i="0" dirty="0">
              <a:solidFill>
                <a:srgbClr val="FFFFFF"/>
              </a:solidFill>
              <a:latin typeface="Aptos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067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46BED-2ED6-B55B-781B-21EA87EC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BEFFAF-36A8-C8C3-18B5-15012ADAE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654" y="85725"/>
            <a:ext cx="4687516" cy="5563921"/>
          </a:xfrm>
          <a:prstGeom prst="rect">
            <a:avLst/>
          </a:prstGeom>
        </p:spPr>
      </p:pic>
      <p:pic>
        <p:nvPicPr>
          <p:cNvPr id="2" name="Picture 1" descr="linkedin logo design #1853">
            <a:extLst>
              <a:ext uri="{FF2B5EF4-FFF2-40B4-BE49-F238E27FC236}">
                <a16:creationId xmlns:a16="http://schemas.microsoft.com/office/drawing/2014/main" id="{F9A40398-BE41-A377-F8CB-255D41C6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9" y="2032724"/>
            <a:ext cx="1488821" cy="13166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288832-6FFE-3BAA-568E-964502A29A7C}"/>
              </a:ext>
            </a:extLst>
          </p:cNvPr>
          <p:cNvSpPr txBox="1"/>
          <p:nvPr/>
        </p:nvSpPr>
        <p:spPr>
          <a:xfrm>
            <a:off x="2647950" y="5573446"/>
            <a:ext cx="8210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EE600"/>
                </a:solidFill>
              </a:rPr>
              <a:t>https://www.linkedin.com/in/askanilkumar/</a:t>
            </a:r>
          </a:p>
        </p:txBody>
      </p:sp>
    </p:spTree>
    <p:extLst>
      <p:ext uri="{BB962C8B-B14F-4D97-AF65-F5344CB8AC3E}">
        <p14:creationId xmlns:p14="http://schemas.microsoft.com/office/powerpoint/2010/main" val="370450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D79E3-F438-39B5-7F00-E25512CD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A20837-4C0A-BA1E-8EC5-B9E1114E2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209195"/>
              </p:ext>
            </p:extLst>
          </p:nvPr>
        </p:nvGraphicFramePr>
        <p:xfrm>
          <a:off x="1028700" y="575151"/>
          <a:ext cx="9039225" cy="5029200"/>
        </p:xfrm>
        <a:graphic>
          <a:graphicData uri="http://schemas.openxmlformats.org/drawingml/2006/table">
            <a:tbl>
              <a:tblPr/>
              <a:tblGrid>
                <a:gridCol w="3013075">
                  <a:extLst>
                    <a:ext uri="{9D8B030D-6E8A-4147-A177-3AD203B41FA5}">
                      <a16:colId xmlns:a16="http://schemas.microsoft.com/office/drawing/2014/main" val="3766753197"/>
                    </a:ext>
                  </a:extLst>
                </a:gridCol>
                <a:gridCol w="3013075">
                  <a:extLst>
                    <a:ext uri="{9D8B030D-6E8A-4147-A177-3AD203B41FA5}">
                      <a16:colId xmlns:a16="http://schemas.microsoft.com/office/drawing/2014/main" val="2140905245"/>
                    </a:ext>
                  </a:extLst>
                </a:gridCol>
                <a:gridCol w="3013075">
                  <a:extLst>
                    <a:ext uri="{9D8B030D-6E8A-4147-A177-3AD203B41FA5}">
                      <a16:colId xmlns:a16="http://schemas.microsoft.com/office/drawing/2014/main" val="21793615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Input 1M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Output 1M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78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GPT-5.5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$5.00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$30.00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198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Claude Sonnet 4.6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$3.00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$15.00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03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Claude Opus 4.7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$5.00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$25.00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494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Gemini 2.5 Pro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$1.25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$10.00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268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Gemini 3.5 Flash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$1.50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$9.00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45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Grok 4.3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$1.25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$2.50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877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DeepSeek V4 Pro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$0.435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$0.87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43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DeepSeek V4 Flash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$0.14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$0.28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93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Mistral Medium 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$1.50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$7.50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09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Cohere Command R+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</a:rPr>
                        <a:t>$2.50</a:t>
                      </a:r>
                      <a:endParaRPr lang="en-IN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$10.00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478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595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DE82B-997A-272D-3F25-044CF2B7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DE3B7-DCD7-CA35-8A11-602BF094D5B1}"/>
              </a:ext>
            </a:extLst>
          </p:cNvPr>
          <p:cNvSpPr txBox="1"/>
          <p:nvPr/>
        </p:nvSpPr>
        <p:spPr>
          <a:xfrm>
            <a:off x="361949" y="1247418"/>
            <a:ext cx="115443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EE600"/>
                </a:solidFill>
              </a:rPr>
              <a:t>Open the new key email inside the VM's browser</a:t>
            </a:r>
            <a:r>
              <a:rPr lang="en-IN" sz="2400" dirty="0">
                <a:solidFill>
                  <a:srgbClr val="FEE600"/>
                </a:solidFill>
              </a:rPr>
              <a:t>  </a:t>
            </a:r>
            <a:r>
              <a:rPr lang="en-IN" sz="2400" dirty="0">
                <a:solidFill>
                  <a:schemeClr val="bg1"/>
                </a:solidFill>
              </a:rPr>
              <a:t>-May be Google Sheets (not personal laptop — copy-paste across machines won't work).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EE600"/>
                </a:solidFill>
              </a:rPr>
              <a:t>Copy the key.</a:t>
            </a:r>
            <a:r>
              <a:rPr lang="en-IN" sz="2400" dirty="0">
                <a:solidFill>
                  <a:srgbClr val="FEE600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EE600"/>
                </a:solidFill>
              </a:rPr>
              <a:t>In VS Code</a:t>
            </a:r>
            <a:r>
              <a:rPr lang="en-IN" sz="2400" dirty="0">
                <a:solidFill>
                  <a:schemeClr val="bg1"/>
                </a:solidFill>
              </a:rPr>
              <a:t>, open the 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Day1/labs/starter/</a:t>
            </a:r>
            <a:r>
              <a:rPr lang="en-IN" sz="2400" dirty="0">
                <a:solidFill>
                  <a:schemeClr val="bg1"/>
                </a:solidFill>
              </a:rPr>
              <a:t> folder. Look for a file called 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.env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Already exists from before? Open it, select the old key value, paste the new one in its place, keep the 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OPENAI_API_KEY=</a:t>
            </a:r>
            <a:r>
              <a:rPr lang="en-IN" sz="2400" dirty="0">
                <a:solidFill>
                  <a:schemeClr val="bg1"/>
                </a:solidFill>
              </a:rPr>
              <a:t> part unchanged. Save (</a:t>
            </a:r>
            <a:r>
              <a:rPr lang="en-IN" sz="2400" dirty="0" err="1">
                <a:solidFill>
                  <a:schemeClr val="bg1"/>
                </a:solidFill>
              </a:rPr>
              <a:t>Ctrl+S</a:t>
            </a:r>
            <a:r>
              <a:rPr lang="en-IN" sz="2400" dirty="0">
                <a:solidFill>
                  <a:schemeClr val="bg1"/>
                </a:solidFill>
              </a:rPr>
              <a:t>).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Doesn't exist? Right-click the folder → New File → type 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.env</a:t>
            </a:r>
            <a:r>
              <a:rPr lang="en-IN" sz="2400" dirty="0">
                <a:solidFill>
                  <a:schemeClr val="bg1"/>
                </a:solidFill>
              </a:rPr>
              <a:t> exactly → paste in one line: 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OPENAI_API_KEY=</a:t>
            </a:r>
            <a:r>
              <a:rPr lang="en-IN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sk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-...</a:t>
            </a:r>
            <a:r>
              <a:rPr lang="en-IN" sz="2400" dirty="0">
                <a:solidFill>
                  <a:schemeClr val="bg1"/>
                </a:solidFill>
              </a:rPr>
              <a:t> → Save.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EE600"/>
                </a:solidFill>
              </a:rPr>
              <a:t>VM VSCODE -&gt;Terminal → New Terminal</a:t>
            </a:r>
            <a:r>
              <a:rPr lang="en-IN" sz="2400" dirty="0">
                <a:solidFill>
                  <a:schemeClr val="bg1"/>
                </a:solidFill>
              </a:rPr>
              <a:t>, paste and run once: 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pip install python-</a:t>
            </a:r>
            <a:r>
              <a:rPr lang="en-IN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dotenv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(If it says "already satisfied," that's fine — nothing to do.)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EE600"/>
                </a:solidFill>
              </a:rPr>
              <a:t>Open </a:t>
            </a:r>
            <a:r>
              <a:rPr lang="en-IN" sz="2400" dirty="0">
                <a:solidFill>
                  <a:schemeClr val="bg1"/>
                </a:solidFill>
                <a:latin typeface="Courier New" panose="02070309020205020404" pitchFamily="49" charset="0"/>
              </a:rPr>
              <a:t>D1_M1.1_LLM_Mechanics_Starter.ipynb</a:t>
            </a:r>
            <a:r>
              <a:rPr lang="en-IN" sz="2400" dirty="0">
                <a:solidFill>
                  <a:schemeClr val="bg1"/>
                </a:solidFill>
              </a:rPr>
              <a:t>. If VS Code asks to select a kernel, choose </a:t>
            </a:r>
            <a:r>
              <a:rPr lang="en-IN" sz="2400" b="1" dirty="0">
                <a:solidFill>
                  <a:schemeClr val="bg1"/>
                </a:solidFill>
              </a:rPr>
              <a:t>Python Environments</a:t>
            </a:r>
            <a:r>
              <a:rPr lang="en-IN" sz="2400" dirty="0">
                <a:solidFill>
                  <a:schemeClr val="bg1"/>
                </a:solidFill>
              </a:rPr>
              <a:t> → the version shown.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At the very top of the notebook, before the Setup cell, add a new code cell (</a:t>
            </a:r>
            <a:r>
              <a:rPr lang="en-IN" sz="2400" b="1" dirty="0">
                <a:solidFill>
                  <a:schemeClr val="bg1"/>
                </a:solidFill>
              </a:rPr>
              <a:t>+ Code</a:t>
            </a:r>
            <a:r>
              <a:rPr lang="en-IN" sz="2400" dirty="0">
                <a:solidFill>
                  <a:schemeClr val="bg1"/>
                </a:solidFill>
              </a:rPr>
              <a:t>) with exactly this, then run it (▷):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E4A6F-1B3E-8931-8F07-DEBF2B99E61F}"/>
              </a:ext>
            </a:extLst>
          </p:cNvPr>
          <p:cNvSpPr txBox="1"/>
          <p:nvPr/>
        </p:nvSpPr>
        <p:spPr>
          <a:xfrm>
            <a:off x="0" y="80010"/>
            <a:ext cx="114574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solidFill>
                  <a:srgbClr val="FFFFFF"/>
                </a:solidFill>
                <a:latin typeface="Aptos Narrow"/>
              </a:rPr>
              <a:t>Setting up </a:t>
            </a:r>
            <a:r>
              <a:rPr lang="en-IN" sz="6600" b="1" dirty="0" err="1">
                <a:solidFill>
                  <a:srgbClr val="FFFFFF"/>
                </a:solidFill>
                <a:latin typeface="Aptos Narrow"/>
              </a:rPr>
              <a:t>openai</a:t>
            </a:r>
            <a:r>
              <a:rPr lang="en-IN" sz="6600" b="1" dirty="0">
                <a:solidFill>
                  <a:srgbClr val="FFFFFF"/>
                </a:solidFill>
                <a:latin typeface="Aptos Narrow"/>
              </a:rPr>
              <a:t> API Keys</a:t>
            </a:r>
            <a:endParaRPr sz="6600" b="1" i="0" dirty="0">
              <a:solidFill>
                <a:srgbClr val="FFFFFF"/>
              </a:solidFill>
              <a:latin typeface="Aptos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43233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C39A4-8E5A-CF4E-7FF2-EDF7FD6E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B63711-F500-6469-16D1-47715D8BF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50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9E3ED-5E18-F2E5-67F5-7ECB782D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5936D7-BBB2-3E6C-27D6-E18595224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7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55D46-7648-723C-B9C5-C89D5479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68185A-881F-0EC3-35E9-DED493CBD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369117"/>
              </p:ext>
            </p:extLst>
          </p:nvPr>
        </p:nvGraphicFramePr>
        <p:xfrm>
          <a:off x="488950" y="1103462"/>
          <a:ext cx="11004550" cy="5361391"/>
        </p:xfrm>
        <a:graphic>
          <a:graphicData uri="http://schemas.openxmlformats.org/drawingml/2006/table">
            <a:tbl>
              <a:tblPr/>
              <a:tblGrid>
                <a:gridCol w="2417415">
                  <a:extLst>
                    <a:ext uri="{9D8B030D-6E8A-4147-A177-3AD203B41FA5}">
                      <a16:colId xmlns:a16="http://schemas.microsoft.com/office/drawing/2014/main" val="2165580211"/>
                    </a:ext>
                  </a:extLst>
                </a:gridCol>
                <a:gridCol w="2898905">
                  <a:extLst>
                    <a:ext uri="{9D8B030D-6E8A-4147-A177-3AD203B41FA5}">
                      <a16:colId xmlns:a16="http://schemas.microsoft.com/office/drawing/2014/main" val="489445928"/>
                    </a:ext>
                  </a:extLst>
                </a:gridCol>
                <a:gridCol w="5688230">
                  <a:extLst>
                    <a:ext uri="{9D8B030D-6E8A-4147-A177-3AD203B41FA5}">
                      <a16:colId xmlns:a16="http://schemas.microsoft.com/office/drawing/2014/main" val="287946293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Layer / Topic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Popular Tools / Frameworks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47990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Application Layer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User Interface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Streamlit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, React, Copilot Studio, </a:t>
                      </a: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Gradio</a:t>
                      </a:r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567850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LLM (Core Brain)</a:t>
                      </a:r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Think &amp; Generate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GPT-5, Claude, Gemini, Llama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31351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Orchestration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Connect everything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LangChain, LlamaIndex, Semantic Kernel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35549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Memory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Remember context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LangChain Memory, Mem0, Zep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303748"/>
                  </a:ext>
                </a:extLst>
              </a:tr>
              <a:tr h="497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Agents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Plan &amp; Execute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LangGraph, CrewAI, AutoGen, OpenAI Agents SDK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206335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Tools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Take Actions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MCP, Function Calling, REST APIs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325793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Knowledge (RAG)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Search enterprise data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FAISS, Pinecone, </a:t>
                      </a: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Qdrant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, Chroma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01376"/>
                  </a:ext>
                </a:extLst>
              </a:tr>
              <a:tr h="198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Embeddings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Convert text to vectors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OpenAI, BGE, E5, Voyage AI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69537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Foundation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Build &amp; Deploy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Python, </a:t>
                      </a: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FastAPI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, Docker, Kubernetes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549979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Cloud AI Platforms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Host AI services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Azure AI Foundry, AWS Bedrock, Google Vertex AI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074776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Observability / LLMOps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Monitor &amp; Improve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Langfuse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LangSmith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Helicone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, Weights &amp; Biases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522864"/>
                  </a:ext>
                </a:extLst>
              </a:tr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</a:rPr>
                        <a:t>Evaluation &amp; Guardrails</a:t>
                      </a:r>
                      <a:endParaRPr lang="en-IN" sz="200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</a:rPr>
                        <a:t>Quality &amp; Safety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DeepEval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, Ragas, Guardrails AI, </a:t>
                      </a:r>
                      <a:r>
                        <a:rPr lang="en-IN" sz="2000" dirty="0" err="1">
                          <a:solidFill>
                            <a:schemeClr val="bg1"/>
                          </a:solidFill>
                        </a:rPr>
                        <a:t>TruLens</a:t>
                      </a:r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 marL="49736" marR="49736" marT="24868" marB="2486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640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43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2404</TotalTime>
  <Words>979</Words>
  <Application>Microsoft Office PowerPoint</Application>
  <PresentationFormat>Custom</PresentationFormat>
  <Paragraphs>146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Amasis MT Pro Medium</vt:lpstr>
      <vt:lpstr>Aptos Narrow</vt:lpstr>
      <vt:lpstr>Arial</vt:lpstr>
      <vt:lpstr>Calibri</vt:lpstr>
      <vt:lpstr>Courier New</vt:lpstr>
      <vt:lpstr>Georgia</vt:lpstr>
      <vt:lpstr>Mont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Anil S</dc:creator>
  <cp:keywords/>
  <dc:description>generated using python-pptx</dc:description>
  <cp:lastModifiedBy>Anil Kumar S</cp:lastModifiedBy>
  <cp:revision>35</cp:revision>
  <dcterms:created xsi:type="dcterms:W3CDTF">2013-01-27T09:14:16Z</dcterms:created>
  <dcterms:modified xsi:type="dcterms:W3CDTF">2026-07-21T02:44:34Z</dcterms:modified>
  <cp:category/>
</cp:coreProperties>
</file>